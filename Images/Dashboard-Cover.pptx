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1D61"/>
    <a:srgbClr val="0D0618"/>
    <a:srgbClr val="24083E"/>
    <a:srgbClr val="160526"/>
    <a:srgbClr val="170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CE7F8-4F22-7D5D-6B22-74E7826C9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8EA34-A797-CBB1-1C7C-CB1C428A2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BEAC7-B770-5B7F-309D-BC18F1F8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A619B-AC0E-31B6-272B-5A647FC4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E4057-92F4-8854-A278-C54EB413A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6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3DAF3-8C3F-8E0F-9E19-54566A56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FDFF7-F190-1FC5-BC49-F08504420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84C0D-BF0B-C8D9-6218-91B0A718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322F0-BC69-82C1-2637-95F64DD2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D5CAD-554B-6713-2725-36A0A21B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46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13C5D-B108-61A4-6FDE-D3D53C7DB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B5404-EE94-98F8-21A7-6DBAB58E7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93960-3231-FEBF-FE19-FC0C7ED6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4D410-57E4-7C9A-E304-EE4AC4858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A39A8-FF72-9039-952F-7CD4C5698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02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2451-2F4D-EB49-6C1B-58158A5A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C3DB7-446E-3388-2352-3B3A72857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31BC7-7122-6F44-9A6C-DF411672D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41A86-5DDC-A50E-FCBB-C5DF5A457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1B3B3-0DD8-FB59-987F-D530B9DB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AB3C7-413A-C581-9CB0-B602FEC7C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14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C51A-143A-869F-7233-F4388758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A394B-2F73-AE91-5B35-AC9F93BBA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A516A-D281-B7E6-2651-F1B743B7D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00378-A009-FA6A-DC97-75BDA43C8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44A66-F643-58D4-74E7-986EC30597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6ACCC6-10A0-607A-B8D9-77449411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D181E0-219E-4467-8A19-602BF68E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378F2-0B86-14AD-036B-923AA40D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0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0E91-525B-42DC-351A-36386FDB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75469-067F-E3D4-D2C7-A0660F3F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49C3D-2EF0-9B1B-0779-0FF1DA86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5AC88-E4B7-51AA-0304-E84C2398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09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A62D7-5273-4846-D264-AF49B9A8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404F6F-EBCE-8251-4E74-82986B8A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3C3DA-97C2-AC3C-8D36-9BC04754D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8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80E4-A926-E2B8-8094-4C8E3A948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014E2-6ECF-B0D5-8843-83B0EA1ED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8CF39-388E-FE61-517B-F41A25FF2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68223-0CAF-8DA9-9D6E-11D449D8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4A7FB-73C2-0CE7-A862-B2DDB99E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BF45D-6036-1DEC-FF36-27DAB670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7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3A41-6425-5212-9473-FDDEA634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4F79F-D6FF-6AAE-1122-08E214926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34BD4-45BF-D925-CEE4-814B4B535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269E9-DDB0-A284-79CF-632FA75C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F90B8-F0A3-9643-8602-EE7C1F79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3387C-5493-D854-0B1E-2D891074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6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50570-5CD6-0358-2DAC-97F4BC1B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15CF9-AAE2-63E1-8F01-6A5DF433F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B083A-83AA-8713-CD03-1567C664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0C20B-0E99-FC1B-7ECE-1D1041C1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12D3E-1801-6319-5C71-7721CCA0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7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AD3E14-E3E3-1D31-F7D8-39F6ECF84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ABCCC-2F58-242F-1D5D-3746CF30C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BE803-207E-6C93-7847-84063399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7B82B-5B60-FF03-6426-B84E153D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D1F8B-B7DB-5F38-4C0C-C9973219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83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A25D1-0BFA-BCFF-0770-2C939992C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480EE-7B5F-710D-2D09-EC8E32196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D7116-3C40-C090-B929-81D475FEB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0CCFA-53A7-45EC-BFDA-3DCD27379D5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51D8D-5F45-ED5B-62C1-B23DA5D3E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263E5-0A01-BCCA-0E8F-F6C81A46F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2AB09-D46C-483B-8018-4A92926E2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4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1D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A5C819C-7B2D-2F6B-CD30-2846B55E3B17}"/>
              </a:ext>
            </a:extLst>
          </p:cNvPr>
          <p:cNvGrpSpPr/>
          <p:nvPr/>
        </p:nvGrpSpPr>
        <p:grpSpPr>
          <a:xfrm>
            <a:off x="1796143" y="413656"/>
            <a:ext cx="9035143" cy="6226629"/>
            <a:chOff x="4775585" y="1240972"/>
            <a:chExt cx="5692257" cy="500322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123DBD-32A7-B053-4D99-67D55681F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5585" y="1240972"/>
              <a:ext cx="4284501" cy="2510792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BB2E51-7C1A-65C1-AD13-9062B8205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1977" y="2229136"/>
              <a:ext cx="4666601" cy="2626114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7D7D5A1-1DAE-82EE-231A-4F0A82F02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0936" y="3235664"/>
              <a:ext cx="5136906" cy="3008530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754082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Salome Selumun</dc:creator>
  <cp:lastModifiedBy>Salome Selumun</cp:lastModifiedBy>
  <cp:revision>1</cp:revision>
  <dcterms:created xsi:type="dcterms:W3CDTF">2026-07-31T00:20:32Z</dcterms:created>
  <dcterms:modified xsi:type="dcterms:W3CDTF">2026-07-31T00:20:32Z</dcterms:modified>
</cp:coreProperties>
</file>